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8229600"/>
          </a:xfrm>
          <a:prstGeom prst="rect">
            <a:avLst/>
          </a:prstGeom>
          <a:solidFill>
            <a:srgbClr val="11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4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7252" y="552323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C8C8C8"/>
                </a:solidFill>
                <a:latin typeface="微软雅黑" panose="020B0503020204020204" charset="-122"/>
              </a:rPr>
              <a:t>/ 16</a:t>
            </a:r>
            <a:endParaRPr sz="1600" b="1">
              <a:solidFill>
                <a:srgbClr val="C8C8C8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0624" y="1170432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•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0296" y="1258443"/>
            <a:ext cx="21488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开场停留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page_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2906"/>
            <a:ext cx="2377440" cy="16828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4041648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•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0804" y="4120134"/>
            <a:ext cx="17373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5F5F5"/>
                </a:solidFill>
                <a:latin typeface="微软雅黑" panose="020B0503020204020204" charset="-122"/>
                <a:ea typeface="微软雅黑" panose="020B0503020204020204" charset="-122"/>
              </a:rPr>
              <a:t>品牌提案</a:t>
            </a:r>
            <a:endParaRPr sz="1600" b="1">
              <a:solidFill>
                <a:srgbClr val="F5F5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0624" y="4462272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•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1599" y="4542663"/>
            <a:ext cx="17373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5F5F5"/>
                </a:solidFill>
                <a:latin typeface="微软雅黑" panose="020B0503020204020204" charset="-122"/>
                <a:ea typeface="微软雅黑" panose="020B0503020204020204" charset="-122"/>
              </a:rPr>
              <a:t>Logo</a:t>
            </a:r>
            <a:endParaRPr sz="1600" b="1">
              <a:solidFill>
                <a:srgbClr val="F5F5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0624" y="4882896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•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0804" y="4962652"/>
            <a:ext cx="17373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5F5F5"/>
                </a:solidFill>
                <a:latin typeface="微软雅黑" panose="020B0503020204020204" charset="-122"/>
                <a:ea typeface="微软雅黑" panose="020B0503020204020204" charset="-122"/>
              </a:rPr>
              <a:t>TerraViva</a:t>
            </a:r>
            <a:endParaRPr sz="1600" b="1">
              <a:solidFill>
                <a:srgbClr val="F5F5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472" y="7022592"/>
            <a:ext cx="219456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iPad 第 1 页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7472" y="7443216"/>
            <a:ext cx="237744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对应大屏第 1 页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0625" y="979170"/>
            <a:ext cx="9921240" cy="573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105" y="3122930"/>
            <a:ext cx="9370695" cy="1839595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今天汇报 TerraViva 的 Logo 提案。这个方案的重点，是用一个足够简洁的符号，把土地、生命、自然力量和设计创造力放进同一个识别系统里。</a:t>
            </a:r>
            <a:endParaRPr sz="2800" b="1">
              <a:solidFill>
                <a:srgbClr val="1212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749039" y="7023100"/>
            <a:ext cx="73152" cy="420624"/>
          </a:xfrm>
          <a:prstGeom prst="rect">
            <a:avLst/>
          </a:prstGeom>
          <a:solidFill>
            <a:srgbClr val="D55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4945" y="7105650"/>
            <a:ext cx="8046720" cy="337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>
                <a:solidFill>
                  <a:srgbClr val="1414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停一下，翻第 2 页。</a:t>
            </a:r>
            <a:endParaRPr sz="1800" b="1">
              <a:solidFill>
                <a:srgbClr val="1414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WPS 演示</Application>
  <PresentationFormat>On-screen Show 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王瑞琪</cp:lastModifiedBy>
  <cp:revision>4</cp:revision>
  <dcterms:created xsi:type="dcterms:W3CDTF">2013-01-27T09:14:00Z</dcterms:created>
  <dcterms:modified xsi:type="dcterms:W3CDTF">2026-06-22T15:19:20Z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086328B7E423452FB3F7CD574B301291_13</vt:lpwstr>
  </property>
</Properties>
</file>